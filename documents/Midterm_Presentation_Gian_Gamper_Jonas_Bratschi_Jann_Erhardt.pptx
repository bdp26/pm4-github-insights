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58"/>
    <p:restoredTop sz="94755"/>
  </p:normalViewPr>
  <p:slideViewPr>
    <p:cSldViewPr snapToGrid="0">
      <p:cViewPr varScale="1">
        <p:scale>
          <a:sx n="129" d="100"/>
          <a:sy n="129" d="100"/>
        </p:scale>
        <p:origin x="57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6" d="100"/>
          <a:sy n="106" d="100"/>
        </p:scale>
        <p:origin x="288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EB0537-87B5-AA6A-14AE-78CD4356ED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01769-852B-62AC-E63C-11EDB1EBFA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53CA5-27CA-3E4C-B0FF-C9EC7B03084B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B52A4-1E98-8DBC-D009-41F4F0D7A1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A54B8-9F89-BFAE-8FAC-1385143342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798B4-CAA9-8C4C-9711-4208D07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52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EF806-9F17-0240-A2CB-C874E7A0BE57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37F2D-323E-2F49-B819-84C515C1E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18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C25-ABEA-3C3F-C834-C270B0BE4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72A52-C3D1-8CF4-888C-B15590D7D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B6027-69C0-40A0-DC14-C36BF9D9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0FC36-63EA-AFD2-945F-93C837AB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EAECF-D03A-6F9F-6101-83BEC4C6E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45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FEC99-1817-CF08-D85C-4D807FEF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0F820-DADF-B554-95CB-790439CCC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7CFFF-E13D-F20F-425F-C5083808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EBC56-05EC-E68A-CB0A-F4D22A25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D9662-6852-6E41-2B60-C2CACD135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0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96358-BE01-6811-3EAA-7D6C1F74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F4AFA-DB3F-76B1-4FBB-C6545A403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79E6C-395F-60ED-BE7C-708836EA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939E5-42C5-7CAA-6028-E4F4B4B07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0988-5504-62A8-F607-8AFD2D36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7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C815-C6C3-134C-9735-7DC5B327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A7BE5-20FB-93D7-C635-BFEBF644B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89B0E-E908-8E94-DBDA-AA8E93C9A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FD05C-0482-6562-75FB-E36C7FCF2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3C471-2F27-F171-C101-242D3380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D842D-E573-F780-9BE1-32A1224B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9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4977-AB82-DD1B-B198-76187BB6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701BF-BF29-22EB-BA0A-054A38A8F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891FE-AA9D-C2BF-436D-BBEAE9845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42B24F-CAF3-24FE-94C0-2AA9EFCF4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F1E18F-1E10-1C5E-6E1D-EF0C60C7E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6A084-35DC-3876-EDFE-C1E69C53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663543-33E4-1916-0C90-B066563C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3B1BE2-51B9-5048-774B-FBB713DD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77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A479-B750-E9E9-7284-CC81D067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38BD6-2F5D-4426-B7B9-0F977661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C7CB5-CF20-CC7C-362F-1B68BC7D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24520-EAA1-DADD-0511-4A18075BD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8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F44900-CFAF-871D-7E2F-15007B67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F17D83-355E-8C58-321E-ABB5642B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D3842-FED0-32AB-FE69-2416D181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2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54F8-60AF-C982-503C-DFB2B3B3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0201-03C7-0F05-3BA3-83446460B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F5C0A-E972-53B8-3693-736F9BB78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06ADF-722B-05C2-9592-5609D689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F4511-37A1-20D4-AC1E-711B462C7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BEE6F-1730-4E4A-8215-7204C7E41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18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266A-05EF-CCCB-5322-3673ABA7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B67145-7366-9A24-3B1F-0B6A11110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BE83D-DC7E-132B-A3E4-876363A58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37E4B-9882-325D-E3F8-32EA9B2C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4AD06-7B2B-BD59-3DAF-BD73C96A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7C795-6A2A-86D0-16FD-C1AEE9DB3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02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B27F-77EB-6C56-BE05-DBE5638A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8AF92-759D-13E5-5F8F-D8CCED927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DCD2F-84EF-7203-0C42-42BFA0D8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2638F-1A9B-FBB2-4E44-603E77AA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5F50-983C-9320-D326-9708BB5D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0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C82CD1-624B-8712-B72B-A31002E85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BE91B-B4EF-1538-538A-695BE6CC4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95CFD-267D-7966-ABF1-4AA3A6F4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F24FA-E9D4-1487-CE6D-0AB2847A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E9AF7-7820-E175-13BF-A7F25A05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21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8E16A-15B6-A736-EE99-A00B3C09C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31AB3-AB6D-1A54-A7E7-141A3BD9E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B5AF6-0807-1930-E4CE-12CF1C0E25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E4BC6-68E2-8341-BBA1-F5FD0A33C135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0480E-36CB-191A-66F6-0C7817725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F92F4-2B40-40E2-62E3-AD7756DF2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F6CD67-F46A-D060-E275-67E8DDF786B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388610" y="365125"/>
            <a:ext cx="1965190" cy="113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5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A600-4BA9-C6C9-6DF5-4E4DEF7D9C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Big Data Project</a:t>
            </a:r>
            <a:br>
              <a:rPr lang="en-US" dirty="0"/>
            </a:br>
            <a:r>
              <a:rPr lang="en-US" b="1" dirty="0"/>
              <a:t>Midterm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602033-FE95-EF3D-C497-5F65A0BEA3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GitHub Innovation Portal</a:t>
            </a:r>
          </a:p>
          <a:p>
            <a:r>
              <a:rPr lang="en-US" dirty="0"/>
              <a:t>ZHAW School of Engineering, DS.PM4</a:t>
            </a:r>
          </a:p>
          <a:p>
            <a:r>
              <a:rPr lang="en-US" dirty="0"/>
              <a:t>Jann Erhardt | Gian Gamper | Jonas Bratschi</a:t>
            </a:r>
          </a:p>
        </p:txBody>
      </p:sp>
    </p:spTree>
    <p:extLst>
      <p:ext uri="{BB962C8B-B14F-4D97-AF65-F5344CB8AC3E}">
        <p14:creationId xmlns:p14="http://schemas.microsoft.com/office/powerpoint/2010/main" val="381843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8ED67-C72A-B0E9-4519-7042F623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Projekt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327497-8213-F26E-1CDF-B9072CFF10EA}"/>
              </a:ext>
            </a:extLst>
          </p:cNvPr>
          <p:cNvSpPr/>
          <p:nvPr/>
        </p:nvSpPr>
        <p:spPr>
          <a:xfrm>
            <a:off x="482358" y="1820453"/>
            <a:ext cx="2730790" cy="1491914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GitHub 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Repository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CA455B-B298-F0F1-AE34-6DF6DAA4FE91}"/>
              </a:ext>
            </a:extLst>
          </p:cNvPr>
          <p:cNvSpPr/>
          <p:nvPr/>
        </p:nvSpPr>
        <p:spPr>
          <a:xfrm>
            <a:off x="3940045" y="2234266"/>
            <a:ext cx="1054767" cy="678738"/>
          </a:xfrm>
          <a:prstGeom prst="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Apache</a:t>
            </a:r>
            <a:br>
              <a:rPr lang="en-US" b="1" dirty="0"/>
            </a:br>
            <a:r>
              <a:rPr lang="en-US" b="1" dirty="0"/>
              <a:t>Kafka</a:t>
            </a:r>
          </a:p>
        </p:txBody>
      </p:sp>
      <p:pic>
        <p:nvPicPr>
          <p:cNvPr id="9" name="Graphic 8" descr="Database outline">
            <a:extLst>
              <a:ext uri="{FF2B5EF4-FFF2-40B4-BE49-F238E27FC236}">
                <a16:creationId xmlns:a16="http://schemas.microsoft.com/office/drawing/2014/main" id="{6FF7C721-0CE1-D6F6-1E47-E522862A48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0350" y="2035092"/>
            <a:ext cx="914400" cy="914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26C6910-F3CB-AA1B-4A94-1A3AFC2DB35E}"/>
              </a:ext>
            </a:extLst>
          </p:cNvPr>
          <p:cNvSpPr/>
          <p:nvPr/>
        </p:nvSpPr>
        <p:spPr>
          <a:xfrm>
            <a:off x="5207373" y="1639931"/>
            <a:ext cx="1861012" cy="44307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(Timeseries) DB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32D96A-D8BC-F64E-A31B-955BEAD88DF9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205040" y="2573635"/>
            <a:ext cx="735005" cy="0"/>
          </a:xfrm>
          <a:prstGeom prst="straightConnector1">
            <a:avLst/>
          </a:prstGeom>
          <a:ln w="25400" cap="flat">
            <a:solidFill>
              <a:schemeClr val="dk1"/>
            </a:solidFill>
            <a:miter lim="800000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5FFB77-B2D6-28B0-2C90-517814E42FE4}"/>
              </a:ext>
            </a:extLst>
          </p:cNvPr>
          <p:cNvCxnSpPr>
            <a:cxnSpLocks/>
          </p:cNvCxnSpPr>
          <p:nvPr/>
        </p:nvCxnSpPr>
        <p:spPr>
          <a:xfrm>
            <a:off x="4994812" y="2573635"/>
            <a:ext cx="765112" cy="0"/>
          </a:xfrm>
          <a:prstGeom prst="straightConnector1">
            <a:avLst/>
          </a:prstGeom>
          <a:ln w="25400" cap="flat">
            <a:solidFill>
              <a:schemeClr val="dk1"/>
            </a:solidFill>
            <a:miter lim="800000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D24904D-5BA5-B846-22A4-DE5C7B900425}"/>
              </a:ext>
            </a:extLst>
          </p:cNvPr>
          <p:cNvSpPr/>
          <p:nvPr/>
        </p:nvSpPr>
        <p:spPr>
          <a:xfrm>
            <a:off x="482357" y="3651736"/>
            <a:ext cx="2730791" cy="1491914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Mögliche</a:t>
            </a:r>
            <a:r>
              <a:rPr lang="en-US" b="1" dirty="0"/>
              <a:t> </a:t>
            </a:r>
            <a:r>
              <a:rPr lang="en-US" b="1" dirty="0" err="1"/>
              <a:t>Erweiterungen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Websiten</a:t>
            </a:r>
            <a:r>
              <a:rPr lang="en-US" dirty="0"/>
              <a:t> </a:t>
            </a:r>
            <a:r>
              <a:rPr lang="en-US" dirty="0" err="1"/>
              <a:t>Scrapen</a:t>
            </a:r>
            <a:endParaRPr lang="en-US" dirty="0"/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F410ABDF-DFB2-24E4-E74B-12C0DFA27B5E}"/>
              </a:ext>
            </a:extLst>
          </p:cNvPr>
          <p:cNvCxnSpPr>
            <a:cxnSpLocks/>
            <a:stCxn id="23" idx="3"/>
            <a:endCxn id="7" idx="2"/>
          </p:cNvCxnSpPr>
          <p:nvPr/>
        </p:nvCxnSpPr>
        <p:spPr>
          <a:xfrm flipV="1">
            <a:off x="3213148" y="2913004"/>
            <a:ext cx="1254281" cy="1484689"/>
          </a:xfrm>
          <a:prstGeom prst="curvedConnector2">
            <a:avLst/>
          </a:prstGeom>
          <a:ln w="254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7E2CB8CE-EEE3-B375-0F5D-4C0A6BD07A9A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rot="5400000">
            <a:off x="9259990" y="4371704"/>
            <a:ext cx="746221" cy="1270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1EBBEF2-B8AB-B201-253B-9C343DE84E2C}"/>
              </a:ext>
            </a:extLst>
          </p:cNvPr>
          <p:cNvSpPr/>
          <p:nvPr/>
        </p:nvSpPr>
        <p:spPr>
          <a:xfrm>
            <a:off x="7441362" y="1827414"/>
            <a:ext cx="4383475" cy="2171180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Primärziel</a:t>
            </a:r>
            <a:r>
              <a:rPr lang="en-US" b="1" dirty="0"/>
              <a:t>: </a:t>
            </a:r>
            <a:r>
              <a:rPr lang="en-US" b="1" dirty="0" err="1"/>
              <a:t>Analyse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Bot- &amp; </a:t>
            </a:r>
            <a:r>
              <a:rPr lang="en-US" dirty="0" err="1"/>
              <a:t>Noisedetection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Frühes</a:t>
            </a:r>
            <a:r>
              <a:rPr lang="en-US" dirty="0"/>
              <a:t> </a:t>
            </a:r>
            <a:r>
              <a:rPr lang="en-US" dirty="0" err="1"/>
              <a:t>Identifizieren</a:t>
            </a:r>
            <a:r>
              <a:rPr lang="en-US" dirty="0"/>
              <a:t> von Rising Stars &amp; </a:t>
            </a:r>
            <a:r>
              <a:rPr lang="en-US" dirty="0" err="1"/>
              <a:t>Projekten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Momentum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Visualisierungen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Filtermöglichkeiten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D8DFFA-AF4C-60FF-3ED0-04375D2F741E}"/>
              </a:ext>
            </a:extLst>
          </p:cNvPr>
          <p:cNvSpPr/>
          <p:nvPr/>
        </p:nvSpPr>
        <p:spPr>
          <a:xfrm>
            <a:off x="7441362" y="4744815"/>
            <a:ext cx="4383475" cy="1381220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Mögliche</a:t>
            </a:r>
            <a:r>
              <a:rPr lang="en-US" b="1" dirty="0"/>
              <a:t> </a:t>
            </a:r>
            <a:r>
              <a:rPr lang="en-US" b="1" dirty="0" err="1"/>
              <a:t>Erweiterungen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 </a:t>
            </a:r>
            <a:r>
              <a:rPr lang="en-US" dirty="0" err="1"/>
              <a:t>entsteht</a:t>
            </a:r>
            <a:r>
              <a:rPr lang="en-US" dirty="0"/>
              <a:t> 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”Outside-Tech-Bubble-View”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A67459C-4B33-4BF7-6B59-B14A0507516F}"/>
              </a:ext>
            </a:extLst>
          </p:cNvPr>
          <p:cNvCxnSpPr>
            <a:cxnSpLocks/>
          </p:cNvCxnSpPr>
          <p:nvPr/>
        </p:nvCxnSpPr>
        <p:spPr>
          <a:xfrm>
            <a:off x="6303273" y="2566410"/>
            <a:ext cx="1138089" cy="0"/>
          </a:xfrm>
          <a:prstGeom prst="straightConnector1">
            <a:avLst/>
          </a:prstGeom>
          <a:ln w="25400" cap="flat">
            <a:solidFill>
              <a:schemeClr val="dk1"/>
            </a:solidFill>
            <a:miter lim="800000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8CB1FBA-A069-4A99-C24A-12AA1AB1BFEB}"/>
              </a:ext>
            </a:extLst>
          </p:cNvPr>
          <p:cNvSpPr/>
          <p:nvPr/>
        </p:nvSpPr>
        <p:spPr>
          <a:xfrm>
            <a:off x="4003472" y="4751165"/>
            <a:ext cx="2790128" cy="1388974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Rate Limiting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Volume &amp; Velocity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Noise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DD0643-2532-8798-BBD6-484EC9694D26}"/>
              </a:ext>
            </a:extLst>
          </p:cNvPr>
          <p:cNvSpPr/>
          <p:nvPr/>
        </p:nvSpPr>
        <p:spPr>
          <a:xfrm>
            <a:off x="314475" y="1600233"/>
            <a:ext cx="6803342" cy="191825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ECC8878-1E1E-8D6E-6906-826EF3849BC5}"/>
              </a:ext>
            </a:extLst>
          </p:cNvPr>
          <p:cNvCxnSpPr/>
          <p:nvPr/>
        </p:nvCxnSpPr>
        <p:spPr>
          <a:xfrm flipH="1">
            <a:off x="314475" y="3651736"/>
            <a:ext cx="3025491" cy="149191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9A0F811-C34B-5679-52F0-EF8CD2A679F3}"/>
              </a:ext>
            </a:extLst>
          </p:cNvPr>
          <p:cNvCxnSpPr>
            <a:cxnSpLocks/>
          </p:cNvCxnSpPr>
          <p:nvPr/>
        </p:nvCxnSpPr>
        <p:spPr>
          <a:xfrm flipH="1" flipV="1">
            <a:off x="367163" y="3648250"/>
            <a:ext cx="2972803" cy="149540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Arc 39">
            <a:extLst>
              <a:ext uri="{FF2B5EF4-FFF2-40B4-BE49-F238E27FC236}">
                <a16:creationId xmlns:a16="http://schemas.microsoft.com/office/drawing/2014/main" id="{21CC132E-FD0E-3E5F-33F3-D7B2208ACB74}"/>
              </a:ext>
            </a:extLst>
          </p:cNvPr>
          <p:cNvSpPr/>
          <p:nvPr/>
        </p:nvSpPr>
        <p:spPr>
          <a:xfrm>
            <a:off x="6777887" y="1036737"/>
            <a:ext cx="1425813" cy="1235108"/>
          </a:xfrm>
          <a:prstGeom prst="arc">
            <a:avLst>
              <a:gd name="adj1" fmla="val 11025971"/>
              <a:gd name="adj2" fmla="val 0"/>
            </a:avLst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732B56-97FF-9E1B-6D11-46BF1D334D0F}"/>
              </a:ext>
            </a:extLst>
          </p:cNvPr>
          <p:cNvSpPr txBox="1"/>
          <p:nvPr/>
        </p:nvSpPr>
        <p:spPr>
          <a:xfrm>
            <a:off x="1067429" y="4054888"/>
            <a:ext cx="1482213" cy="646331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Geocoding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38121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0" grpId="0" animBg="1"/>
      <p:bldP spid="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A7E5-8FD6-BFF4-D696-AEC7A66E3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69681-3518-31FC-FC3A-ED882BA8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DB-Schema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8F842-3AEF-1B83-5DBC-D56B6A541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42" y="1607418"/>
            <a:ext cx="3675563" cy="49906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0E38FB-4A0F-8AFE-A1B0-786CA2F29C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42" t="78496" r="36049"/>
          <a:stretch>
            <a:fillRect/>
          </a:stretch>
        </p:blipFill>
        <p:spPr>
          <a:xfrm>
            <a:off x="5553776" y="2117559"/>
            <a:ext cx="5092121" cy="3441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333386-4053-9A42-14DD-9FDBF6862A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737" b="69527"/>
          <a:stretch>
            <a:fillRect/>
          </a:stretch>
        </p:blipFill>
        <p:spPr>
          <a:xfrm>
            <a:off x="4983913" y="2117559"/>
            <a:ext cx="3723757" cy="3561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51EDE7-B55E-E350-2C0E-E7B68A1E1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927" t="33205" b="24172"/>
          <a:stretch>
            <a:fillRect/>
          </a:stretch>
        </p:blipFill>
        <p:spPr>
          <a:xfrm>
            <a:off x="8707670" y="1690688"/>
            <a:ext cx="3149834" cy="433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34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5EC38-6769-F1DF-3900-D13B9E33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A081-065D-9065-3905-98AA6B2F4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Systemarchitektur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98477E-32EB-D45A-EF21-A4FBC6EA7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52671"/>
            <a:ext cx="10805519" cy="195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9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206EC-AEDB-D7D4-27C2-7B2C73DE0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164CF-C4F0-2C83-4963-9007DCA4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Guter Start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741CEE-09D7-F69D-78BF-7AB1211CF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46434"/>
            <a:ext cx="5477974" cy="369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44FFF04-74F6-58EA-2BD5-9F79468CD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024" y="2146434"/>
            <a:ext cx="4839081" cy="152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5B75B60-CBDF-3FB0-ACB0-1B90F5504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342" b="31361"/>
          <a:stretch>
            <a:fillRect/>
          </a:stretch>
        </p:blipFill>
        <p:spPr bwMode="auto">
          <a:xfrm>
            <a:off x="6631024" y="3840065"/>
            <a:ext cx="4839080" cy="199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989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3F6D8-0054-AE9C-862C-0D4F951CF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D719-0FD3-3AAD-497D-D9C93401E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Probleme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F112BEC-9902-0092-EC0D-2FA0CE94A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690689"/>
            <a:ext cx="5870608" cy="356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6518A4-D4EA-4604-2A7C-BB811F016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463703"/>
            <a:ext cx="7772400" cy="102917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CF1D8B-CFD4-728F-4015-B06053636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1813" y="1690688"/>
            <a:ext cx="4756886" cy="4351338"/>
          </a:xfrm>
        </p:spPr>
        <p:txBody>
          <a:bodyPr/>
          <a:lstStyle/>
          <a:p>
            <a:r>
              <a:rPr lang="en-US" dirty="0" err="1"/>
              <a:t>Extrem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Requests</a:t>
            </a:r>
          </a:p>
          <a:p>
            <a:r>
              <a:rPr lang="en-US" dirty="0" err="1"/>
              <a:t>Ratelimit</a:t>
            </a:r>
            <a:r>
              <a:rPr lang="en-US" dirty="0"/>
              <a:t> </a:t>
            </a:r>
            <a:r>
              <a:rPr lang="en-US" dirty="0" err="1"/>
              <a:t>schon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kurzer</a:t>
            </a:r>
            <a:r>
              <a:rPr lang="en-US" dirty="0"/>
              <a:t> Zeit </a:t>
            </a:r>
            <a:r>
              <a:rPr lang="en-US" dirty="0" err="1"/>
              <a:t>erreich</a:t>
            </a:r>
            <a:endParaRPr lang="en-US" dirty="0"/>
          </a:p>
          <a:p>
            <a:r>
              <a:rPr lang="en-US" dirty="0"/>
              <a:t>Consumer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langsam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Stau </a:t>
            </a:r>
            <a:r>
              <a:rPr lang="en-US" dirty="0" err="1"/>
              <a:t>zwischen</a:t>
            </a:r>
            <a:r>
              <a:rPr lang="en-US" dirty="0"/>
              <a:t> Kafka und DB</a:t>
            </a:r>
          </a:p>
        </p:txBody>
      </p:sp>
    </p:spTree>
    <p:extLst>
      <p:ext uri="{BB962C8B-B14F-4D97-AF65-F5344CB8AC3E}">
        <p14:creationId xmlns:p14="http://schemas.microsoft.com/office/powerpoint/2010/main" val="2135685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93A0A-26A4-4064-9EDA-D02EFDA7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6BA5F-BF7B-EB52-E3DA-07EC0D27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Neue </a:t>
            </a:r>
            <a:r>
              <a:rPr lang="en-US" dirty="0" err="1"/>
              <a:t>Architektur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7001AF-8E4B-A8F7-FC75-117D7F528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16" y="2787968"/>
            <a:ext cx="10701737" cy="18417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880EF6E-2F1C-DCF9-373A-891B1651CD66}"/>
              </a:ext>
            </a:extLst>
          </p:cNvPr>
          <p:cNvSpPr/>
          <p:nvPr/>
        </p:nvSpPr>
        <p:spPr>
          <a:xfrm>
            <a:off x="458854" y="3801978"/>
            <a:ext cx="2130342" cy="82777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59C1B-E145-3FD5-6711-5D7232B431DC}"/>
              </a:ext>
            </a:extLst>
          </p:cNvPr>
          <p:cNvSpPr txBox="1"/>
          <p:nvPr/>
        </p:nvSpPr>
        <p:spPr>
          <a:xfrm>
            <a:off x="2141580" y="5115744"/>
            <a:ext cx="1482213" cy="646331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Batch fetching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2E67518-129E-E7C7-137D-29E487D95133}"/>
              </a:ext>
            </a:extLst>
          </p:cNvPr>
          <p:cNvSpPr/>
          <p:nvPr/>
        </p:nvSpPr>
        <p:spPr>
          <a:xfrm rot="16200000">
            <a:off x="1428674" y="4108449"/>
            <a:ext cx="1425813" cy="1235108"/>
          </a:xfrm>
          <a:prstGeom prst="arc">
            <a:avLst>
              <a:gd name="adj1" fmla="val 10793885"/>
              <a:gd name="adj2" fmla="val 16757343"/>
            </a:avLst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4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A851-D1E9-2F19-2CAA-9C57B017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77E8-12CD-0403-3DFF-88D938E97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Aktueller</a:t>
            </a:r>
            <a:r>
              <a:rPr lang="en-US" dirty="0"/>
              <a:t> Stand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756108-8551-C5B7-8232-71D1EC38E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784665" cy="3593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27973D-2C65-9257-CF3B-8120FD590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557" y="1690687"/>
            <a:ext cx="5551244" cy="359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3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128</Words>
  <Application>Microsoft Macintosh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Big Data Project Midterm Presentation</vt:lpstr>
      <vt:lpstr>1. Projekt</vt:lpstr>
      <vt:lpstr>2. DB-Schema</vt:lpstr>
      <vt:lpstr>2. Systemarchitektur</vt:lpstr>
      <vt:lpstr>2. Guter Start</vt:lpstr>
      <vt:lpstr>2. Probleme</vt:lpstr>
      <vt:lpstr>2. Neue Architektur</vt:lpstr>
      <vt:lpstr>3. Aktueller Stand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Bratschi</dc:creator>
  <cp:lastModifiedBy>Jonas Bratschi</cp:lastModifiedBy>
  <cp:revision>6</cp:revision>
  <dcterms:created xsi:type="dcterms:W3CDTF">2026-03-03T18:41:46Z</dcterms:created>
  <dcterms:modified xsi:type="dcterms:W3CDTF">2026-04-09T06:25:15Z</dcterms:modified>
</cp:coreProperties>
</file>